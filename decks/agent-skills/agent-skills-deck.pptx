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Title: Agent Skills</a:t>
            </a:r>
          </a:p>
          <a:p>
            <a:pPr>
              <a:defRPr sz="1800"/>
            </a:pPr>
            <a:r>
              <a:t>Subtitle: Cómo extender las capacidades de tu agente de IA</a:t>
            </a:r>
          </a:p>
          <a:p>
            <a:pPr>
              <a:defRPr sz="1800"/>
            </a:pPr>
            <a:r>
              <a:t>Author: Jose Luis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Los agentes de IA tienen capacidades limitadas</a:t>
            </a:r>
          </a:p>
          <a:p>
            <a:pPr>
              <a:defRPr sz="1800"/>
            </a:pPr>
            <a:r>
              <a:t>No conocen procesos específicos del equipo</a:t>
            </a:r>
          </a:p>
          <a:p>
            <a:pPr>
              <a:defRPr sz="1800"/>
            </a:pPr>
            <a:r>
              <a:t>Cada proyecto requiere conocimientos únicos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Nuestra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Skills modulares y reutilizables</a:t>
            </a:r>
          </a:p>
          <a:p>
            <a:pPr>
              <a:defRPr sz="1800"/>
            </a:pPr>
            <a:r>
              <a:t>Instalación con un solo comando</a:t>
            </a:r>
          </a:p>
          <a:p>
            <a:pPr>
              <a:defRPr sz="1800"/>
            </a:pPr>
            <a:r>
              <a:t>Comunidad activa de developers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Qué son los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Plugins que-extienden el agente</a:t>
            </a:r>
          </a:p>
          <a:p>
            <a:pPr>
              <a:defRPr sz="1800"/>
            </a:pPr>
            <a:r>
              <a:t>Conocimiento procedimental</a:t>
            </a:r>
          </a:p>
          <a:p>
            <a:pPr>
              <a:defRPr sz="1800"/>
            </a:pPr>
            <a:r>
              <a:t>Definidos en archivos SKILL.md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Instalación simple: npx skills add</a:t>
            </a:r>
          </a:p>
          <a:p>
            <a:pPr>
              <a:defRPr sz="1800"/>
            </a:pPr>
            <a:r>
              <a:t>Multi-Agente: Copilot, Cursor, Claude, etc.</a:t>
            </a:r>
          </a:p>
          <a:p>
            <a:pPr>
              <a:defRPr sz="1800"/>
            </a:pPr>
            <a:r>
              <a:t>Formato abierto y estándar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Casos de Uso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Commits convencionales</a:t>
            </a:r>
          </a:p>
          <a:p>
            <a:pPr>
              <a:defRPr sz="1800"/>
            </a:pPr>
            <a:r>
              <a:t>Creación de presentaciones</a:t>
            </a:r>
          </a:p>
          <a:p>
            <a:pPr>
              <a:defRPr sz="1800"/>
            </a:pPr>
            <a:r>
              <a:t>Revisiones de código</a:t>
            </a:r>
          </a:p>
          <a:p>
            <a:pPr>
              <a:defRPr sz="1800"/>
            </a:pPr>
            <a:r>
              <a:t>Despliegues automatizados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Comunidad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91K+ installs únicos</a:t>
            </a:r>
          </a:p>
          <a:p>
            <a:pPr>
              <a:defRPr sz="1800"/>
            </a:pPr>
            <a:r>
              <a:t>50+ skills disponibles</a:t>
            </a:r>
          </a:p>
          <a:p>
            <a:pPr>
              <a:defRPr sz="1800"/>
            </a:pPr>
            <a:r>
              <a:t>forks activos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Visita skills.sh</a:t>
            </a:r>
          </a:p>
          <a:p>
            <a:pPr>
              <a:defRPr sz="1800"/>
            </a:pPr>
            <a:r>
              <a:t>Explora los skills disponibles</a:t>
            </a:r>
          </a:p>
          <a:p>
            <a:pPr>
              <a:defRPr sz="1800"/>
            </a:pPr>
            <a:r>
              <a:t>Contribuye con tu skill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github.com/vercel-labs/skills</a:t>
            </a:r>
          </a:p>
          <a:p>
            <a:pPr>
              <a:defRPr sz="1800"/>
            </a:pPr>
            <a:r>
              <a:t>¡Gracias!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